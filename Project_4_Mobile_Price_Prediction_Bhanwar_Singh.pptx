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58477"/>
            <a:ext cx="7772400" cy="1470025"/>
          </a:xfrm>
        </p:spPr>
        <p:txBody>
          <a:bodyPr/>
          <a:lstStyle/>
          <a:p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Mobile Price Prediction</a:t>
            </a:r>
          </a:p>
          <a:p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(Project 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4331"/>
            <a:ext cx="6400800" cy="803787"/>
          </a:xfrm>
        </p:spPr>
        <p:txBody>
          <a:bodyPr/>
          <a:lstStyle/>
          <a:p>
            <a:r>
              <a:rPr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Prepared by Bhanwar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Objective: Predict mobile price using dataset</a:t>
            </a:r>
          </a:p>
          <a:p>
            <a:pPr marL="457200" lvl="1" indent="0">
              <a:buNone/>
            </a:pPr>
            <a:r>
              <a:rPr dirty="0"/>
              <a:t>• Import libraries and data</a:t>
            </a:r>
          </a:p>
          <a:p>
            <a:pPr marL="457200" lvl="1" indent="0">
              <a:buNone/>
            </a:pPr>
            <a:r>
              <a:rPr dirty="0"/>
              <a:t>• Clean and preprocess dataset</a:t>
            </a:r>
          </a:p>
          <a:p>
            <a:pPr marL="457200" lvl="1" indent="0">
              <a:buNone/>
            </a:pPr>
            <a:r>
              <a:rPr dirty="0"/>
              <a:t>• Perform EDA</a:t>
            </a:r>
          </a:p>
          <a:p>
            <a:pPr marL="457200" lvl="1" indent="0">
              <a:buNone/>
            </a:pPr>
            <a:r>
              <a:rPr dirty="0"/>
              <a:t>• Build machine learning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Steps:</a:t>
            </a:r>
          </a:p>
          <a:p>
            <a:pPr marL="457200" lvl="1" indent="0">
              <a:buNone/>
            </a:pPr>
            <a:r>
              <a:rPr dirty="0"/>
              <a:t>• Removed commas from price column</a:t>
            </a:r>
          </a:p>
          <a:p>
            <a:pPr marL="457200" lvl="1" indent="0">
              <a:buNone/>
            </a:pPr>
            <a:r>
              <a:rPr dirty="0"/>
              <a:t>• Dropped unnecessary columns (e.g. Unnamed: 0)</a:t>
            </a:r>
          </a:p>
          <a:p>
            <a:pPr marL="457200" lvl="1" indent="0">
              <a:buNone/>
            </a:pPr>
            <a:r>
              <a:rPr dirty="0"/>
              <a:t>• Checked missing values &amp; duplicates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Includes:</a:t>
            </a:r>
          </a:p>
          <a:p>
            <a:pPr marL="457200" lvl="1" indent="0">
              <a:buNone/>
            </a:pPr>
            <a:r>
              <a:rPr dirty="0"/>
              <a:t>• Summary statistics</a:t>
            </a:r>
          </a:p>
          <a:p>
            <a:pPr marL="457200" lvl="1" indent="0">
              <a:buNone/>
            </a:pPr>
            <a:r>
              <a:rPr dirty="0"/>
              <a:t>• Numerical vs categorical columns</a:t>
            </a:r>
          </a:p>
          <a:p>
            <a:pPr marL="457200" lvl="1" indent="0">
              <a:buNone/>
            </a:pPr>
            <a:r>
              <a:rPr dirty="0"/>
              <a:t>• Distribution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Model Steps:</a:t>
            </a:r>
          </a:p>
          <a:p>
            <a:pPr marL="457200" lvl="1" indent="0">
              <a:buNone/>
            </a:pPr>
            <a:r>
              <a:rPr dirty="0"/>
              <a:t>• Feature selection</a:t>
            </a:r>
          </a:p>
          <a:p>
            <a:pPr marL="457200" lvl="1" indent="0">
              <a:buNone/>
            </a:pPr>
            <a:r>
              <a:rPr dirty="0"/>
              <a:t>• Train-test split</a:t>
            </a:r>
          </a:p>
          <a:p>
            <a:pPr marL="457200" lvl="1" indent="0">
              <a:buNone/>
            </a:pPr>
            <a:r>
              <a:rPr dirty="0"/>
              <a:t>• Algorithm training (details in notebook)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091BA8-6CFC-F874-5047-290027808B38}"/>
              </a:ext>
            </a:extLst>
          </p:cNvPr>
          <p:cNvSpPr/>
          <p:nvPr/>
        </p:nvSpPr>
        <p:spPr>
          <a:xfrm>
            <a:off x="1625072" y="2603541"/>
            <a:ext cx="5893855" cy="11079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498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104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Mobile Price Prediction (Project 4)</vt:lpstr>
      <vt:lpstr>Project Overview</vt:lpstr>
      <vt:lpstr>Dataset Information</vt:lpstr>
      <vt:lpstr>Exploratory Data Analysis</vt:lpstr>
      <vt:lpstr>Modeling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Bhanwar Singh Rathore</cp:lastModifiedBy>
  <cp:revision>3</cp:revision>
  <dcterms:created xsi:type="dcterms:W3CDTF">2013-01-27T09:14:16Z</dcterms:created>
  <dcterms:modified xsi:type="dcterms:W3CDTF">2025-11-15T14:05:53Z</dcterms:modified>
  <cp:category/>
</cp:coreProperties>
</file>